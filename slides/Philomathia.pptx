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Philomathia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Bases mathématiques pour la Data/IA • Synthèse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Notions clés + analogies simples</a:t>
            </a:r>
          </a:p>
          <a:p>
            <a:r>
              <a:t>Démos dans le Notebook</a:t>
            </a:r>
          </a:p>
          <a:p>
            <a:r>
              <a:t>Résultats et graphiques</a:t>
            </a:r>
          </a:p>
          <a:p>
            <a:r>
              <a:t>Conclusion &amp; prochains pas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Vecteur &amp; Matrice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Probabilité &amp; Loi, Indépendance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Espérance, Variance, Écart-type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Corrélation linéaire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Moyenne, Médiane, Max/Min, Quartiles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Boxplot &amp; Histogramme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Théorème Central Limite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Dérivée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Idée simple :</a:t>
            </a:r>
          </a:p>
          <a:p>
            <a:r>
              <a:t>→ Explication intuitive en 1 phrase.</a:t>
            </a:r>
          </a:p>
          <a:p>
            <a:r>
              <a:t>→ Lien avec le Notebook (simulation/plot).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maths = langage des modèles.</a:t>
            </a:r>
          </a:p>
          <a:p>
            <a:r>
              <a:t>Compréhension + vulgarisation = compétence clé en IA.</a:t>
            </a:r>
          </a:p>
          <a:p>
            <a:r>
              <a:t>Prochain pas : explorer d’autres distributions et gradients.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